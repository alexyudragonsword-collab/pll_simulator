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v0.9.4    ·    6 种架构    ·    962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18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凭什么可信：七篇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八个通道，六种架构各有锚点，逐条比较发表值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59.3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 Dalt'03  电荷泵 PLL  2.488 GHz  整数N（锚点 L(1M) −115 dBc/Hz）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860 (band n/a)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257.5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Helal'09  注入锁定倍频器  3.2 GHz  ×64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83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Elshazly'13  数字 MDLL  1.5 GHz  ×4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400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541.4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415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962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v0.9.4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2026-09-10T02:30:55Z</dcterms:created>
  <dcterms:modified xsi:type="dcterms:W3CDTF">2026-09-10T02:30:55Z</dcterms:modified>
</cp:coreProperties>
</file>