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v0.9.2    ·    6 种架构    ·    537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15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537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凭什么可信：四篇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五个通道，逐条比较发表值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537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v0.9.2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2026-08-23T13:00:41Z</dcterms:created>
  <dcterms:modified xsi:type="dcterms:W3CDTF">2026-08-23T13:00:41Z</dcterms:modified>
</cp:coreProperties>
</file>